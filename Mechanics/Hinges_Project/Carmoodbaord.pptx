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67EE-1ECD-87A9-7678-EF29D61A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A1C64-00D5-8D1F-3E8C-6705186D5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EBA3-70F5-5A8E-1FAB-0A24B6E0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A46B3-7F57-3A2C-AC08-C4EC5D0E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15D7-0359-3DC3-9BD1-C5F0C037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6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6832-418F-2455-187C-DBFC9DEB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C2E8C-EE1E-8781-E37B-083FFFC6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E2663-A06C-F94B-B248-9CBC66B6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BB260-81BA-698B-F40C-FB96E274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596F-0D65-5659-356F-7CA8A1A2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0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5AA5-AC6F-6E8F-0544-DA592C6C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34365-B532-85B1-5CDD-695F94A8B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32EB8-9319-2AF2-1FFF-79CD99A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1D3A6-509D-72F6-51A6-C8597AA7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B12EC-6FC7-FD29-6A67-F8AD8CA5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2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0D96-3193-285A-0A3C-B1E062EE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1984-E618-530A-CBA7-06CA27299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C77D7-A38D-BE9D-C31E-DDF54952B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0766-DFF0-9EB2-D8D8-A25EC3AD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3BA20-0AA3-7C75-6EBA-ED6197EE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53A84-86D9-2F8F-12F3-170825D0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7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3CCD-C0D2-093D-2694-54B7CB2E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14589-8177-34DE-3878-03837048B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4F2E1-0346-7108-2B0D-8E623ACD4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B1262-F930-1B50-6BAD-E1D10EEC9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9B094-7702-E83D-C84A-AE0EE1DEE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C88B2-D785-47FA-FB4D-4F1989B1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D164A-DA34-1A6E-95A6-9F3C26FB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83D57-1549-58C6-9BA5-9B9813A7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FBBD-45EA-F20C-6C98-5BFFA19A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0B055-0D38-28E9-232C-3E10E8AD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284F3-47CA-70BD-5538-28996F37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C4A4-A1AB-FC57-62D6-43D16F78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9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2A772-3882-2178-71D2-F0139DD0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B0676-598B-7622-9132-50B61904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6715C-6276-1A48-AC46-98478A23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6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E731-8F53-6E28-AC99-D4672742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413F-DAA1-C8C9-EC30-C0506825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E204C-2F5E-14E5-EE10-94CC3E5F5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5554B-2678-6929-7815-CC86FAA2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8B572-3449-0968-436A-8C96A672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10F09-A405-E349-9BCC-69E9BB36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2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3030-FB89-C3A2-DFE6-9FF4F5A66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DC623-3714-D4A3-3403-D0393B5B1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E15B6-8711-0859-D756-23206AA1C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7F58E-2532-0E1B-A352-716BD327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5977E-F718-96A8-02C9-C4C34B1A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0C1DA-6E2A-38FE-A0C5-8EAD8E80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1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53A7-194D-FA89-5019-27921A18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2ED9D-F183-E5DB-9EE8-6DED61A2D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F25D-25B1-368A-DCA9-C8CC0026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6D8E8-6263-BBAC-FA13-EEB3B2F2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A77AE-5B84-FDCB-6FE8-34BABA67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9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546F6-D374-3899-6946-44ADFD929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48BA-E6E5-AD79-5FE1-5A7445A07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9BA1F-A0CB-82E3-C0E8-FA706008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0C19-3BC4-7D71-7688-0CE75653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BDF6-C7B2-5F95-34B9-F55628EC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6C3F1-3414-3003-F3C0-55A47E21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FBD40-86F2-9A85-F57C-A3611BADE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DC021-764D-75B7-04DD-C2FE75917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391ED-CFFB-DF4E-AF8D-E9A170B0036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74FA3-C4B0-9FF1-0542-ED380B107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77689-7E7B-9B40-0FE0-ADA84D58B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BB5C7-8F14-F140-9FBD-ACC2F713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ch Bumblebee vehicle mode from the live-action Transformers movies do  you think looks the best from a car enthusiast's perspective? :  r/transformers">
            <a:extLst>
              <a:ext uri="{FF2B5EF4-FFF2-40B4-BE49-F238E27FC236}">
                <a16:creationId xmlns:a16="http://schemas.microsoft.com/office/drawing/2014/main" id="{930BE407-64D5-0864-21EF-FB9F43158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00875" cy="253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uides, Parts &amp; Rules - Bristol Bot Builders">
            <a:extLst>
              <a:ext uri="{FF2B5EF4-FFF2-40B4-BE49-F238E27FC236}">
                <a16:creationId xmlns:a16="http://schemas.microsoft.com/office/drawing/2014/main" id="{523B1364-7FA0-A2A5-7BC3-9DBAEEB01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595" y="143273"/>
            <a:ext cx="3069482" cy="306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assic muscle car 3D Model $129 - .3ds .c4d .fbx .lwo .ma .max .obj -  Free3D">
            <a:extLst>
              <a:ext uri="{FF2B5EF4-FFF2-40B4-BE49-F238E27FC236}">
                <a16:creationId xmlns:a16="http://schemas.microsoft.com/office/drawing/2014/main" id="{7507758D-07C6-AC03-5325-68B7BAA9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407" y="4612224"/>
            <a:ext cx="3990593" cy="224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ild a Target Chasing Robot Car with Raspberry Pi Pico - DFRobot Maker  Community">
            <a:extLst>
              <a:ext uri="{FF2B5EF4-FFF2-40B4-BE49-F238E27FC236}">
                <a16:creationId xmlns:a16="http://schemas.microsoft.com/office/drawing/2014/main" id="{ED16088C-7170-7F0F-1AE5-6717F0DBB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5" y="3429000"/>
            <a:ext cx="5449331" cy="306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aspberry Pi robot car - components (2020) - Roboter planen bauen  programmieren">
            <a:extLst>
              <a:ext uri="{FF2B5EF4-FFF2-40B4-BE49-F238E27FC236}">
                <a16:creationId xmlns:a16="http://schemas.microsoft.com/office/drawing/2014/main" id="{88958D62-F06A-70EB-C5BD-6ABA702F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797" y="-1"/>
            <a:ext cx="4942204" cy="31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car on a tile floor&#10;&#10;AI-generated content may be incorrect.">
            <a:extLst>
              <a:ext uri="{FF2B5EF4-FFF2-40B4-BE49-F238E27FC236}">
                <a16:creationId xmlns:a16="http://schemas.microsoft.com/office/drawing/2014/main" id="{11A4FA0E-9392-7A67-A351-46F04BC1A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986" y="3008870"/>
            <a:ext cx="2965650" cy="2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9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Jenny Anderson</dc:creator>
  <cp:lastModifiedBy>Jenny Anderson</cp:lastModifiedBy>
  <cp:revision>1</cp:revision>
  <dcterms:created xsi:type="dcterms:W3CDTF">2025-10-17T12:59:51Z</dcterms:created>
  <dcterms:modified xsi:type="dcterms:W3CDTF">2025-10-17T14:28:13Z</dcterms:modified>
</cp:coreProperties>
</file>